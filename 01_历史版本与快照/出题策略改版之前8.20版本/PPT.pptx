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557" r:id="rId3"/>
    <p:sldId id="521" r:id="rId5"/>
    <p:sldId id="556" r:id="rId6"/>
  </p:sldIdLst>
  <p:sldSz cx="12192000" cy="6858000"/>
  <p:notesSz cx="6858000" cy="9144000"/>
  <p:custDataLst>
    <p:tags r:id="rId11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3754" userDrawn="1">
          <p15:clr>
            <a:srgbClr val="A4A3A4"/>
          </p15:clr>
        </p15:guide>
        <p15:guide id="3" orient="horz" pos="1107" userDrawn="1">
          <p15:clr>
            <a:srgbClr val="A4A3A4"/>
          </p15:clr>
        </p15:guide>
        <p15:guide id="4" orient="horz" pos="564" userDrawn="1">
          <p15:clr>
            <a:srgbClr val="A4A3A4"/>
          </p15:clr>
        </p15:guide>
        <p15:guide id="5" orient="horz" pos="3022" userDrawn="1">
          <p15:clr>
            <a:srgbClr val="A4A3A4"/>
          </p15:clr>
        </p15:guide>
        <p15:guide id="6" pos="3840" userDrawn="1">
          <p15:clr>
            <a:srgbClr val="A4A3A4"/>
          </p15:clr>
        </p15:guide>
        <p15:guide id="7" pos="346" userDrawn="1">
          <p15:clr>
            <a:srgbClr val="A4A3A4"/>
          </p15:clr>
        </p15:guide>
        <p15:guide id="8" pos="583" userDrawn="1">
          <p15:clr>
            <a:srgbClr val="A4A3A4"/>
          </p15:clr>
        </p15:guide>
        <p15:guide id="9" pos="7228" userDrawn="1">
          <p15:clr>
            <a:srgbClr val="A4A3A4"/>
          </p15:clr>
        </p15:guide>
        <p15:guide id="10" pos="705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敬琳 张" initials="敬张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B27D49"/>
    <a:srgbClr val="FDFAF0"/>
    <a:srgbClr val="FF0000"/>
    <a:srgbClr val="A5300F"/>
    <a:srgbClr val="404040"/>
    <a:srgbClr val="70AD47"/>
    <a:srgbClr val="ECF0F1"/>
    <a:srgbClr val="7F8C8D"/>
    <a:srgbClr val="E74C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64" autoAdjust="0"/>
    <p:restoredTop sz="77186" autoAdjust="0"/>
  </p:normalViewPr>
  <p:slideViewPr>
    <p:cSldViewPr snapToGrid="0" showGuides="1">
      <p:cViewPr varScale="1">
        <p:scale>
          <a:sx n="65" d="100"/>
          <a:sy n="65" d="100"/>
        </p:scale>
        <p:origin x="1238" y="58"/>
      </p:cViewPr>
      <p:guideLst>
        <p:guide orient="horz" pos="2160"/>
        <p:guide orient="horz" pos="3754"/>
        <p:guide orient="horz" pos="1107"/>
        <p:guide orient="horz" pos="564"/>
        <p:guide orient="horz" pos="3022"/>
        <p:guide pos="3840"/>
        <p:guide pos="346"/>
        <p:guide pos="583"/>
        <p:guide pos="7228"/>
        <p:guide pos="705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463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1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92219C-5B6F-4704-BF1E-124F3681F72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75F353-9451-4FC4-85D8-D47B3E15363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用户交互无非就是键盘输入和鼠标点击对吧。之前我们一直用的</a:t>
            </a:r>
            <a:r>
              <a:rPr lang="zh-CN" altLang="en-US" dirty="0">
                <a:sym typeface="+mn-ea"/>
              </a:rPr>
              <a:t>键盘输入交互就是</a:t>
            </a:r>
            <a:r>
              <a:rPr lang="en-US" altLang="zh-CN" dirty="0">
                <a:sym typeface="+mn-ea"/>
              </a:rPr>
              <a:t>v-model</a:t>
            </a:r>
            <a:r>
              <a:rPr lang="zh-CN" altLang="en-US" dirty="0">
                <a:sym typeface="+mn-ea"/>
              </a:rPr>
              <a:t>指令对吧，鼠标点击就是</a:t>
            </a:r>
            <a:r>
              <a:rPr lang="en-US" altLang="zh-CN" dirty="0">
                <a:sym typeface="+mn-ea"/>
              </a:rPr>
              <a:t>@click</a:t>
            </a:r>
            <a:r>
              <a:rPr lang="zh-CN" altLang="en-US" dirty="0">
                <a:sym typeface="+mn-ea"/>
              </a:rPr>
              <a:t>等于一个方法名。</a:t>
            </a:r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内容很多。把重要的记下，不记得的用到的时候再查</a:t>
            </a:r>
            <a:endParaRPr lang="zh-CN" altLang="en-US" dirty="0"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75F353-9451-4FC4-85D8-D47B3E1536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用户交互无非就是键盘输入和鼠标点击对吧。之前我们一直用的</a:t>
            </a:r>
            <a:r>
              <a:rPr lang="zh-CN" altLang="en-US" dirty="0">
                <a:sym typeface="+mn-ea"/>
              </a:rPr>
              <a:t>键盘输入交互就是</a:t>
            </a:r>
            <a:r>
              <a:rPr lang="en-US" altLang="zh-CN" dirty="0">
                <a:sym typeface="+mn-ea"/>
              </a:rPr>
              <a:t>v-model</a:t>
            </a:r>
            <a:r>
              <a:rPr lang="zh-CN" altLang="en-US" dirty="0">
                <a:sym typeface="+mn-ea"/>
              </a:rPr>
              <a:t>指令对吧，鼠标点击就是</a:t>
            </a:r>
            <a:r>
              <a:rPr lang="en-US" altLang="zh-CN" dirty="0">
                <a:sym typeface="+mn-ea"/>
              </a:rPr>
              <a:t>@click</a:t>
            </a:r>
            <a:r>
              <a:rPr lang="zh-CN" altLang="en-US" dirty="0">
                <a:sym typeface="+mn-ea"/>
              </a:rPr>
              <a:t>等于一个方法名。</a:t>
            </a:r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内容很多。把重要的记下，不记得的用到的时候再查</a:t>
            </a:r>
            <a:endParaRPr lang="zh-CN" altLang="en-US" dirty="0"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75F353-9451-4FC4-85D8-D47B3E1536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>
            <a:lumMod val="40000"/>
            <a:lumOff val="6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Image">
    <p:bg>
      <p:bgPr>
        <a:solidFill>
          <a:schemeClr val="bg2">
            <a:lumMod val="40000"/>
            <a:lumOff val="6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新校标组合20100609正规用法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80926" y="230196"/>
            <a:ext cx="3405809" cy="55282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五边形 7"/>
          <p:cNvSpPr>
            <a:spLocks noChangeArrowheads="1"/>
          </p:cNvSpPr>
          <p:nvPr userDrawn="1"/>
        </p:nvSpPr>
        <p:spPr bwMode="auto">
          <a:xfrm>
            <a:off x="0" y="230196"/>
            <a:ext cx="7911547" cy="661988"/>
          </a:xfrm>
          <a:prstGeom prst="homePlate">
            <a:avLst>
              <a:gd name="adj" fmla="val 45226"/>
            </a:avLst>
          </a:prstGeom>
          <a:solidFill>
            <a:srgbClr val="B27D49"/>
          </a:solidFill>
          <a:ln w="12700" cmpd="sng">
            <a:noFill/>
            <a:miter lim="800000"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燕尾形 8"/>
          <p:cNvSpPr>
            <a:spLocks noChangeArrowheads="1"/>
          </p:cNvSpPr>
          <p:nvPr userDrawn="1"/>
        </p:nvSpPr>
        <p:spPr bwMode="auto">
          <a:xfrm>
            <a:off x="187324" y="368313"/>
            <a:ext cx="312739" cy="384175"/>
          </a:xfrm>
          <a:prstGeom prst="chevron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" name="燕尾形 9"/>
          <p:cNvSpPr>
            <a:spLocks noChangeArrowheads="1"/>
          </p:cNvSpPr>
          <p:nvPr userDrawn="1"/>
        </p:nvSpPr>
        <p:spPr bwMode="auto">
          <a:xfrm>
            <a:off x="461965" y="368313"/>
            <a:ext cx="312737" cy="384175"/>
          </a:xfrm>
          <a:prstGeom prst="chevron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429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/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"/>
          </p:nvPr>
        </p:nvSpPr>
        <p:spPr>
          <a:xfrm>
            <a:off x="3709987" y="3837115"/>
            <a:ext cx="4772025" cy="6048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  <a:latin typeface="GeosansLight" panose="02000603020000020003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2"/>
          </p:nvPr>
        </p:nvSpPr>
        <p:spPr>
          <a:xfrm>
            <a:off x="4278313" y="4441825"/>
            <a:ext cx="3605212" cy="476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 baseline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3"/>
          </p:nvPr>
        </p:nvSpPr>
        <p:spPr>
          <a:xfrm>
            <a:off x="3358356" y="5129213"/>
            <a:ext cx="5475288" cy="10302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New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"/>
          <p:cNvSpPr/>
          <p:nvPr userDrawn="1"/>
        </p:nvSpPr>
        <p:spPr>
          <a:xfrm>
            <a:off x="914400" y="3773488"/>
            <a:ext cx="3286125" cy="239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20" name="Rectangle 2"/>
          <p:cNvSpPr/>
          <p:nvPr userDrawn="1"/>
        </p:nvSpPr>
        <p:spPr>
          <a:xfrm>
            <a:off x="4452938" y="3773488"/>
            <a:ext cx="3286125" cy="239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21" name="Rectangle 3"/>
          <p:cNvSpPr/>
          <p:nvPr userDrawn="1"/>
        </p:nvSpPr>
        <p:spPr>
          <a:xfrm>
            <a:off x="7991475" y="3773488"/>
            <a:ext cx="3286125" cy="239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zh-CN" altLang="zh-CN">
              <a:solidFill>
                <a:srgbClr val="FFFFFF"/>
              </a:solidFill>
            </a:endParaRPr>
          </a:p>
        </p:txBody>
      </p:sp>
      <p:grpSp>
        <p:nvGrpSpPr>
          <p:cNvPr id="22" name="Group 4"/>
          <p:cNvGrpSpPr/>
          <p:nvPr userDrawn="1"/>
        </p:nvGrpSpPr>
        <p:grpSpPr bwMode="auto">
          <a:xfrm>
            <a:off x="1808163" y="4491038"/>
            <a:ext cx="1497012" cy="307975"/>
            <a:chOff x="1786754" y="4538752"/>
            <a:chExt cx="1497670" cy="307777"/>
          </a:xfrm>
        </p:grpSpPr>
        <p:sp>
          <p:nvSpPr>
            <p:cNvPr id="23" name="Rectangle 5"/>
            <p:cNvSpPr>
              <a:spLocks noChangeArrowheads="1"/>
            </p:cNvSpPr>
            <p:nvPr/>
          </p:nvSpPr>
          <p:spPr bwMode="auto">
            <a:xfrm>
              <a:off x="1786754" y="4538752"/>
              <a:ext cx="35137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400">
                  <a:solidFill>
                    <a:srgbClr val="B27D49"/>
                  </a:solidFill>
                  <a:latin typeface="FontAwesome" pitchFamily="2" charset="0"/>
                </a:rPr>
                <a:t></a:t>
              </a:r>
              <a:endParaRPr lang="en-US" altLang="zh-CN" sz="1400">
                <a:solidFill>
                  <a:srgbClr val="B27D49"/>
                </a:solidFill>
              </a:endParaRPr>
            </a:p>
          </p:txBody>
        </p:sp>
        <p:sp>
          <p:nvSpPr>
            <p:cNvPr id="24" name="Rectangle 6"/>
            <p:cNvSpPr>
              <a:spLocks noChangeArrowheads="1"/>
            </p:cNvSpPr>
            <p:nvPr/>
          </p:nvSpPr>
          <p:spPr bwMode="auto">
            <a:xfrm>
              <a:off x="2073327" y="4538752"/>
              <a:ext cx="35137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400">
                  <a:solidFill>
                    <a:srgbClr val="B27D49"/>
                  </a:solidFill>
                  <a:latin typeface="FontAwesome" pitchFamily="2" charset="0"/>
                </a:rPr>
                <a:t></a:t>
              </a:r>
              <a:endParaRPr lang="en-US" altLang="zh-CN" sz="1400">
                <a:solidFill>
                  <a:srgbClr val="B27D49"/>
                </a:solidFill>
              </a:endParaRPr>
            </a:p>
          </p:txBody>
        </p:sp>
        <p:sp>
          <p:nvSpPr>
            <p:cNvPr id="25" name="Rectangle 7"/>
            <p:cNvSpPr>
              <a:spLocks noChangeArrowheads="1"/>
            </p:cNvSpPr>
            <p:nvPr/>
          </p:nvSpPr>
          <p:spPr bwMode="auto">
            <a:xfrm>
              <a:off x="2359900" y="4538752"/>
              <a:ext cx="35137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400">
                  <a:solidFill>
                    <a:srgbClr val="B27D49"/>
                  </a:solidFill>
                  <a:latin typeface="FontAwesome" pitchFamily="2" charset="0"/>
                </a:rPr>
                <a:t></a:t>
              </a:r>
              <a:endParaRPr lang="en-US" altLang="zh-CN" sz="1400">
                <a:solidFill>
                  <a:srgbClr val="B27D49"/>
                </a:solidFill>
              </a:endParaRPr>
            </a:p>
          </p:txBody>
        </p:sp>
        <p:sp>
          <p:nvSpPr>
            <p:cNvPr id="26" name="Rectangle 8"/>
            <p:cNvSpPr>
              <a:spLocks noChangeArrowheads="1"/>
            </p:cNvSpPr>
            <p:nvPr/>
          </p:nvSpPr>
          <p:spPr bwMode="auto">
            <a:xfrm>
              <a:off x="2646473" y="4538752"/>
              <a:ext cx="35137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400">
                  <a:solidFill>
                    <a:srgbClr val="B27D49"/>
                  </a:solidFill>
                  <a:latin typeface="FontAwesome" pitchFamily="2" charset="0"/>
                </a:rPr>
                <a:t></a:t>
              </a:r>
              <a:endParaRPr lang="en-US" altLang="zh-CN" sz="1400">
                <a:solidFill>
                  <a:srgbClr val="B27D49"/>
                </a:solidFill>
              </a:endParaRPr>
            </a:p>
          </p:txBody>
        </p:sp>
        <p:sp>
          <p:nvSpPr>
            <p:cNvPr id="27" name="Rectangle 9"/>
            <p:cNvSpPr>
              <a:spLocks noChangeArrowheads="1"/>
            </p:cNvSpPr>
            <p:nvPr/>
          </p:nvSpPr>
          <p:spPr bwMode="auto">
            <a:xfrm>
              <a:off x="2933046" y="4538752"/>
              <a:ext cx="35137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400">
                  <a:solidFill>
                    <a:srgbClr val="A6A6A6"/>
                  </a:solidFill>
                  <a:latin typeface="FontAwesome" pitchFamily="2" charset="0"/>
                </a:rPr>
                <a:t></a:t>
              </a:r>
              <a:endParaRPr lang="en-US" altLang="zh-CN" sz="1400">
                <a:solidFill>
                  <a:srgbClr val="A6A6A6"/>
                </a:solidFill>
              </a:endParaRPr>
            </a:p>
          </p:txBody>
        </p:sp>
      </p:grpSp>
      <p:grpSp>
        <p:nvGrpSpPr>
          <p:cNvPr id="28" name="Group 10"/>
          <p:cNvGrpSpPr/>
          <p:nvPr userDrawn="1"/>
        </p:nvGrpSpPr>
        <p:grpSpPr bwMode="auto">
          <a:xfrm>
            <a:off x="5346700" y="4491038"/>
            <a:ext cx="1498600" cy="307975"/>
            <a:chOff x="1786754" y="4538752"/>
            <a:chExt cx="1497670" cy="307777"/>
          </a:xfrm>
        </p:grpSpPr>
        <p:sp>
          <p:nvSpPr>
            <p:cNvPr id="29" name="Rectangle 11"/>
            <p:cNvSpPr>
              <a:spLocks noChangeArrowheads="1"/>
            </p:cNvSpPr>
            <p:nvPr/>
          </p:nvSpPr>
          <p:spPr bwMode="auto">
            <a:xfrm>
              <a:off x="1786754" y="4538752"/>
              <a:ext cx="35137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400">
                  <a:solidFill>
                    <a:srgbClr val="595959"/>
                  </a:solidFill>
                  <a:latin typeface="FontAwesome" pitchFamily="2" charset="0"/>
                </a:rPr>
                <a:t></a:t>
              </a:r>
              <a:endParaRPr lang="en-US" altLang="zh-CN" sz="1400">
                <a:solidFill>
                  <a:srgbClr val="595959"/>
                </a:solidFill>
              </a:endParaRPr>
            </a:p>
          </p:txBody>
        </p:sp>
        <p:sp>
          <p:nvSpPr>
            <p:cNvPr id="30" name="Rectangle 12"/>
            <p:cNvSpPr>
              <a:spLocks noChangeArrowheads="1"/>
            </p:cNvSpPr>
            <p:nvPr/>
          </p:nvSpPr>
          <p:spPr bwMode="auto">
            <a:xfrm>
              <a:off x="2073327" y="4538752"/>
              <a:ext cx="35137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400">
                  <a:solidFill>
                    <a:srgbClr val="595959"/>
                  </a:solidFill>
                  <a:latin typeface="FontAwesome" pitchFamily="2" charset="0"/>
                </a:rPr>
                <a:t></a:t>
              </a:r>
              <a:endParaRPr lang="en-US" altLang="zh-CN" sz="1400">
                <a:solidFill>
                  <a:srgbClr val="595959"/>
                </a:solidFill>
              </a:endParaRPr>
            </a:p>
          </p:txBody>
        </p:sp>
        <p:sp>
          <p:nvSpPr>
            <p:cNvPr id="31" name="Rectangle 13"/>
            <p:cNvSpPr>
              <a:spLocks noChangeArrowheads="1"/>
            </p:cNvSpPr>
            <p:nvPr/>
          </p:nvSpPr>
          <p:spPr bwMode="auto">
            <a:xfrm>
              <a:off x="2359900" y="4538752"/>
              <a:ext cx="35137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400">
                  <a:solidFill>
                    <a:srgbClr val="595959"/>
                  </a:solidFill>
                  <a:latin typeface="FontAwesome" pitchFamily="2" charset="0"/>
                </a:rPr>
                <a:t></a:t>
              </a:r>
              <a:endParaRPr lang="en-US" altLang="zh-CN" sz="1400">
                <a:solidFill>
                  <a:srgbClr val="595959"/>
                </a:solidFill>
              </a:endParaRPr>
            </a:p>
          </p:txBody>
        </p:sp>
        <p:sp>
          <p:nvSpPr>
            <p:cNvPr id="32" name="Rectangle 14"/>
            <p:cNvSpPr>
              <a:spLocks noChangeArrowheads="1"/>
            </p:cNvSpPr>
            <p:nvPr/>
          </p:nvSpPr>
          <p:spPr bwMode="auto">
            <a:xfrm>
              <a:off x="2646473" y="4538752"/>
              <a:ext cx="35137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400">
                  <a:solidFill>
                    <a:srgbClr val="BFBFBF"/>
                  </a:solidFill>
                  <a:latin typeface="FontAwesome" pitchFamily="2" charset="0"/>
                </a:rPr>
                <a:t></a:t>
              </a:r>
              <a:endParaRPr lang="en-US" altLang="zh-CN" sz="1400">
                <a:solidFill>
                  <a:srgbClr val="BFBFBF"/>
                </a:solidFill>
              </a:endParaRPr>
            </a:p>
          </p:txBody>
        </p:sp>
        <p:sp>
          <p:nvSpPr>
            <p:cNvPr id="33" name="Rectangle 15"/>
            <p:cNvSpPr>
              <a:spLocks noChangeArrowheads="1"/>
            </p:cNvSpPr>
            <p:nvPr/>
          </p:nvSpPr>
          <p:spPr bwMode="auto">
            <a:xfrm>
              <a:off x="2933046" y="4538752"/>
              <a:ext cx="35137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400">
                  <a:solidFill>
                    <a:srgbClr val="BFBFBF"/>
                  </a:solidFill>
                  <a:latin typeface="FontAwesome" pitchFamily="2" charset="0"/>
                </a:rPr>
                <a:t></a:t>
              </a:r>
              <a:endParaRPr lang="en-US" altLang="zh-CN" sz="1400">
                <a:solidFill>
                  <a:srgbClr val="BFBFBF"/>
                </a:solidFill>
              </a:endParaRPr>
            </a:p>
          </p:txBody>
        </p:sp>
      </p:grpSp>
      <p:grpSp>
        <p:nvGrpSpPr>
          <p:cNvPr id="48" name="Group 16"/>
          <p:cNvGrpSpPr/>
          <p:nvPr userDrawn="1"/>
        </p:nvGrpSpPr>
        <p:grpSpPr bwMode="auto">
          <a:xfrm>
            <a:off x="8896350" y="4486275"/>
            <a:ext cx="1497013" cy="306388"/>
            <a:chOff x="1786754" y="4538752"/>
            <a:chExt cx="1497670" cy="307777"/>
          </a:xfrm>
        </p:grpSpPr>
        <p:sp>
          <p:nvSpPr>
            <p:cNvPr id="49" name="Rectangle 17"/>
            <p:cNvSpPr>
              <a:spLocks noChangeArrowheads="1"/>
            </p:cNvSpPr>
            <p:nvPr/>
          </p:nvSpPr>
          <p:spPr bwMode="auto">
            <a:xfrm>
              <a:off x="1786754" y="4538752"/>
              <a:ext cx="35137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400">
                  <a:solidFill>
                    <a:srgbClr val="B27D49"/>
                  </a:solidFill>
                  <a:latin typeface="FontAwesome" pitchFamily="2" charset="0"/>
                </a:rPr>
                <a:t></a:t>
              </a:r>
              <a:endParaRPr lang="en-US" altLang="zh-CN" sz="1400">
                <a:solidFill>
                  <a:srgbClr val="B27D49"/>
                </a:solidFill>
              </a:endParaRPr>
            </a:p>
          </p:txBody>
        </p:sp>
        <p:sp>
          <p:nvSpPr>
            <p:cNvPr id="50" name="Rectangle 18"/>
            <p:cNvSpPr>
              <a:spLocks noChangeArrowheads="1"/>
            </p:cNvSpPr>
            <p:nvPr/>
          </p:nvSpPr>
          <p:spPr bwMode="auto">
            <a:xfrm>
              <a:off x="2073327" y="4538752"/>
              <a:ext cx="35137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400">
                  <a:solidFill>
                    <a:srgbClr val="B27D49"/>
                  </a:solidFill>
                  <a:latin typeface="FontAwesome" pitchFamily="2" charset="0"/>
                </a:rPr>
                <a:t></a:t>
              </a:r>
              <a:endParaRPr lang="en-US" altLang="zh-CN" sz="1400">
                <a:solidFill>
                  <a:srgbClr val="B27D49"/>
                </a:solidFill>
              </a:endParaRPr>
            </a:p>
          </p:txBody>
        </p:sp>
        <p:sp>
          <p:nvSpPr>
            <p:cNvPr id="51" name="Rectangle 19"/>
            <p:cNvSpPr>
              <a:spLocks noChangeArrowheads="1"/>
            </p:cNvSpPr>
            <p:nvPr/>
          </p:nvSpPr>
          <p:spPr bwMode="auto">
            <a:xfrm>
              <a:off x="2359900" y="4538752"/>
              <a:ext cx="35137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400">
                  <a:solidFill>
                    <a:srgbClr val="B27D49"/>
                  </a:solidFill>
                  <a:latin typeface="FontAwesome" pitchFamily="2" charset="0"/>
                </a:rPr>
                <a:t></a:t>
              </a:r>
              <a:endParaRPr lang="en-US" altLang="zh-CN" sz="1400">
                <a:solidFill>
                  <a:srgbClr val="B27D49"/>
                </a:solidFill>
              </a:endParaRPr>
            </a:p>
          </p:txBody>
        </p:sp>
        <p:sp>
          <p:nvSpPr>
            <p:cNvPr id="52" name="Rectangle 20"/>
            <p:cNvSpPr>
              <a:spLocks noChangeArrowheads="1"/>
            </p:cNvSpPr>
            <p:nvPr/>
          </p:nvSpPr>
          <p:spPr bwMode="auto">
            <a:xfrm>
              <a:off x="2646473" y="4538752"/>
              <a:ext cx="35137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400">
                  <a:solidFill>
                    <a:srgbClr val="B27D49"/>
                  </a:solidFill>
                  <a:latin typeface="FontAwesome" pitchFamily="2" charset="0"/>
                </a:rPr>
                <a:t></a:t>
              </a:r>
              <a:endParaRPr lang="en-US" altLang="zh-CN" sz="1400">
                <a:solidFill>
                  <a:srgbClr val="B27D49"/>
                </a:solidFill>
              </a:endParaRPr>
            </a:p>
          </p:txBody>
        </p:sp>
        <p:sp>
          <p:nvSpPr>
            <p:cNvPr id="53" name="Rectangle 21"/>
            <p:cNvSpPr>
              <a:spLocks noChangeArrowheads="1"/>
            </p:cNvSpPr>
            <p:nvPr/>
          </p:nvSpPr>
          <p:spPr bwMode="auto">
            <a:xfrm>
              <a:off x="2933046" y="4538752"/>
              <a:ext cx="35137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400">
                  <a:solidFill>
                    <a:srgbClr val="A6A6A6"/>
                  </a:solidFill>
                  <a:latin typeface="FontAwesome" pitchFamily="2" charset="0"/>
                </a:rPr>
                <a:t></a:t>
              </a:r>
              <a:endParaRPr lang="en-US" altLang="zh-CN" sz="1400">
                <a:solidFill>
                  <a:srgbClr val="A6A6A6"/>
                </a:solidFill>
              </a:endParaRPr>
            </a:p>
          </p:txBody>
        </p:sp>
      </p:grpSp>
      <p:sp>
        <p:nvSpPr>
          <p:cNvPr id="6" name="Picture Placeholder 47"/>
          <p:cNvSpPr>
            <a:spLocks noGrp="1"/>
          </p:cNvSpPr>
          <p:nvPr>
            <p:ph type="pic" sz="quarter" idx="10"/>
          </p:nvPr>
        </p:nvSpPr>
        <p:spPr>
          <a:xfrm>
            <a:off x="914400" y="1603375"/>
            <a:ext cx="3286125" cy="217011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7" name="Picture Placeholder 47"/>
          <p:cNvSpPr>
            <a:spLocks noGrp="1"/>
          </p:cNvSpPr>
          <p:nvPr>
            <p:ph type="pic" sz="quarter" idx="11"/>
          </p:nvPr>
        </p:nvSpPr>
        <p:spPr>
          <a:xfrm>
            <a:off x="4452605" y="1603375"/>
            <a:ext cx="3286125" cy="217011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8" name="Picture Placeholder 47"/>
          <p:cNvSpPr>
            <a:spLocks noGrp="1"/>
          </p:cNvSpPr>
          <p:nvPr>
            <p:ph type="pic" sz="quarter" idx="12"/>
          </p:nvPr>
        </p:nvSpPr>
        <p:spPr>
          <a:xfrm>
            <a:off x="7990810" y="1609067"/>
            <a:ext cx="3286125" cy="217011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34" name="Text Placeholder 51"/>
          <p:cNvSpPr>
            <a:spLocks noGrp="1"/>
          </p:cNvSpPr>
          <p:nvPr>
            <p:ph type="body" sz="quarter" idx="13"/>
          </p:nvPr>
        </p:nvSpPr>
        <p:spPr>
          <a:xfrm>
            <a:off x="2131747" y="3522296"/>
            <a:ext cx="841248" cy="246888"/>
          </a:xfrm>
          <a:prstGeom prst="rect">
            <a:avLst/>
          </a:prstGeom>
          <a:solidFill>
            <a:schemeClr val="accent6"/>
          </a:solidFill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54"/>
          <p:cNvSpPr>
            <a:spLocks noGrp="1"/>
          </p:cNvSpPr>
          <p:nvPr>
            <p:ph type="body" sz="quarter" idx="14"/>
          </p:nvPr>
        </p:nvSpPr>
        <p:spPr>
          <a:xfrm>
            <a:off x="5680800" y="3532292"/>
            <a:ext cx="841248" cy="24688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56"/>
          <p:cNvSpPr>
            <a:spLocks noGrp="1"/>
          </p:cNvSpPr>
          <p:nvPr>
            <p:ph type="body" sz="quarter" idx="15"/>
          </p:nvPr>
        </p:nvSpPr>
        <p:spPr>
          <a:xfrm>
            <a:off x="9213494" y="3519874"/>
            <a:ext cx="841248" cy="246888"/>
          </a:xfrm>
          <a:prstGeom prst="rect">
            <a:avLst/>
          </a:prstGeom>
          <a:solidFill>
            <a:schemeClr val="accent6"/>
          </a:solidFill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ext Placeholder 58"/>
          <p:cNvSpPr>
            <a:spLocks noGrp="1"/>
          </p:cNvSpPr>
          <p:nvPr>
            <p:ph type="body" sz="quarter" idx="16"/>
          </p:nvPr>
        </p:nvSpPr>
        <p:spPr>
          <a:xfrm>
            <a:off x="1272509" y="4047786"/>
            <a:ext cx="2569243" cy="3108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8" name="Text Placeholder 58"/>
          <p:cNvSpPr>
            <a:spLocks noGrp="1"/>
          </p:cNvSpPr>
          <p:nvPr>
            <p:ph type="body" sz="quarter" idx="17"/>
          </p:nvPr>
        </p:nvSpPr>
        <p:spPr>
          <a:xfrm>
            <a:off x="1272509" y="4945814"/>
            <a:ext cx="2569243" cy="10428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9" name="Text Placeholder 58"/>
          <p:cNvSpPr>
            <a:spLocks noGrp="1"/>
          </p:cNvSpPr>
          <p:nvPr>
            <p:ph type="body" sz="quarter" idx="19"/>
          </p:nvPr>
        </p:nvSpPr>
        <p:spPr>
          <a:xfrm>
            <a:off x="4811378" y="4945814"/>
            <a:ext cx="2569243" cy="10428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40" name="Text Placeholder 58"/>
          <p:cNvSpPr>
            <a:spLocks noGrp="1"/>
          </p:cNvSpPr>
          <p:nvPr>
            <p:ph type="body" sz="quarter" idx="20"/>
          </p:nvPr>
        </p:nvSpPr>
        <p:spPr>
          <a:xfrm>
            <a:off x="4811045" y="4047786"/>
            <a:ext cx="2569243" cy="3108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41" name="Text Placeholder 58"/>
          <p:cNvSpPr>
            <a:spLocks noGrp="1"/>
          </p:cNvSpPr>
          <p:nvPr>
            <p:ph type="body" sz="quarter" idx="21"/>
          </p:nvPr>
        </p:nvSpPr>
        <p:spPr>
          <a:xfrm>
            <a:off x="8353364" y="4945814"/>
            <a:ext cx="2569243" cy="10428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42" name="Text Placeholder 58"/>
          <p:cNvSpPr>
            <a:spLocks noGrp="1"/>
          </p:cNvSpPr>
          <p:nvPr>
            <p:ph type="body" sz="quarter" idx="22"/>
          </p:nvPr>
        </p:nvSpPr>
        <p:spPr>
          <a:xfrm>
            <a:off x="8353031" y="4047786"/>
            <a:ext cx="2569243" cy="3108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43" name="Text Placeholder 68"/>
          <p:cNvSpPr>
            <a:spLocks noGrp="1"/>
          </p:cNvSpPr>
          <p:nvPr>
            <p:ph type="body" sz="quarter" idx="23"/>
          </p:nvPr>
        </p:nvSpPr>
        <p:spPr>
          <a:xfrm>
            <a:off x="3168062" y="157037"/>
            <a:ext cx="5855876" cy="619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GeosansLight" panose="02000603020000020003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44" name="Text Placeholder 58"/>
          <p:cNvSpPr>
            <a:spLocks noGrp="1"/>
          </p:cNvSpPr>
          <p:nvPr>
            <p:ph type="body" sz="quarter" idx="24"/>
          </p:nvPr>
        </p:nvSpPr>
        <p:spPr>
          <a:xfrm>
            <a:off x="3775997" y="772883"/>
            <a:ext cx="4628161" cy="56188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5" name="Text Placeholder 28"/>
          <p:cNvSpPr>
            <a:spLocks noGrp="1"/>
          </p:cNvSpPr>
          <p:nvPr>
            <p:ph type="body" sz="quarter" idx="25"/>
          </p:nvPr>
        </p:nvSpPr>
        <p:spPr>
          <a:xfrm>
            <a:off x="634320" y="6436671"/>
            <a:ext cx="2395309" cy="3108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6" name="Text Placeholder 28"/>
          <p:cNvSpPr>
            <a:spLocks noGrp="1"/>
          </p:cNvSpPr>
          <p:nvPr>
            <p:ph type="body" sz="quarter" idx="26"/>
          </p:nvPr>
        </p:nvSpPr>
        <p:spPr>
          <a:xfrm>
            <a:off x="4898346" y="6436671"/>
            <a:ext cx="2395309" cy="31089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7" name="Text Placeholder 28"/>
          <p:cNvSpPr>
            <a:spLocks noGrp="1"/>
          </p:cNvSpPr>
          <p:nvPr>
            <p:ph type="body" sz="quarter" idx="18"/>
          </p:nvPr>
        </p:nvSpPr>
        <p:spPr>
          <a:xfrm>
            <a:off x="9162370" y="6436671"/>
            <a:ext cx="2395309" cy="31089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New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7"/>
          <p:cNvSpPr>
            <a:spLocks noGrp="1"/>
          </p:cNvSpPr>
          <p:nvPr>
            <p:ph type="pic" sz="quarter" idx="10"/>
          </p:nvPr>
        </p:nvSpPr>
        <p:spPr>
          <a:xfrm>
            <a:off x="914400" y="1603375"/>
            <a:ext cx="3286125" cy="217011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7" name="Picture Placeholder 47"/>
          <p:cNvSpPr>
            <a:spLocks noGrp="1"/>
          </p:cNvSpPr>
          <p:nvPr>
            <p:ph type="pic" sz="quarter" idx="11"/>
          </p:nvPr>
        </p:nvSpPr>
        <p:spPr>
          <a:xfrm>
            <a:off x="4452605" y="1603375"/>
            <a:ext cx="3286125" cy="217011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8" name="Picture Placeholder 47"/>
          <p:cNvSpPr>
            <a:spLocks noGrp="1"/>
          </p:cNvSpPr>
          <p:nvPr>
            <p:ph type="pic" sz="quarter" idx="12"/>
          </p:nvPr>
        </p:nvSpPr>
        <p:spPr>
          <a:xfrm>
            <a:off x="7990810" y="1609067"/>
            <a:ext cx="3286125" cy="217011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pPr lvl="0"/>
            <a:endParaRPr lang="en-US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Wor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rc 1"/>
          <p:cNvSpPr/>
          <p:nvPr userDrawn="1"/>
        </p:nvSpPr>
        <p:spPr>
          <a:xfrm>
            <a:off x="679450" y="1690688"/>
            <a:ext cx="1828800" cy="1828800"/>
          </a:xfrm>
          <a:prstGeom prst="arc">
            <a:avLst>
              <a:gd name="adj1" fmla="val 16200000"/>
              <a:gd name="adj2" fmla="val 10155543"/>
            </a:avLst>
          </a:prstGeom>
          <a:ln w="50800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Arc 2"/>
          <p:cNvSpPr/>
          <p:nvPr userDrawn="1"/>
        </p:nvSpPr>
        <p:spPr>
          <a:xfrm>
            <a:off x="2917825" y="1690688"/>
            <a:ext cx="1828800" cy="1828800"/>
          </a:xfrm>
          <a:prstGeom prst="arc">
            <a:avLst>
              <a:gd name="adj1" fmla="val 20082479"/>
              <a:gd name="adj2" fmla="val 6960736"/>
            </a:avLst>
          </a:prstGeom>
          <a:ln w="50800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4" name="Arc 3"/>
          <p:cNvSpPr/>
          <p:nvPr userDrawn="1"/>
        </p:nvSpPr>
        <p:spPr>
          <a:xfrm>
            <a:off x="5157788" y="1674813"/>
            <a:ext cx="1828800" cy="1828800"/>
          </a:xfrm>
          <a:prstGeom prst="arc">
            <a:avLst>
              <a:gd name="adj1" fmla="val 13544500"/>
              <a:gd name="adj2" fmla="val 6960736"/>
            </a:avLst>
          </a:prstGeom>
          <a:ln w="50800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5" name="Arc 4"/>
          <p:cNvSpPr/>
          <p:nvPr userDrawn="1"/>
        </p:nvSpPr>
        <p:spPr>
          <a:xfrm>
            <a:off x="7396163" y="1674813"/>
            <a:ext cx="1828800" cy="1828800"/>
          </a:xfrm>
          <a:prstGeom prst="arc">
            <a:avLst>
              <a:gd name="adj1" fmla="val 378990"/>
              <a:gd name="adj2" fmla="val 10257066"/>
            </a:avLst>
          </a:prstGeom>
          <a:ln w="50800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6" name="Arc 5"/>
          <p:cNvSpPr/>
          <p:nvPr userDrawn="1"/>
        </p:nvSpPr>
        <p:spPr>
          <a:xfrm>
            <a:off x="9636125" y="1690688"/>
            <a:ext cx="1828800" cy="1828800"/>
          </a:xfrm>
          <a:prstGeom prst="arc">
            <a:avLst>
              <a:gd name="adj1" fmla="val 15001860"/>
              <a:gd name="adj2" fmla="val 10257066"/>
            </a:avLst>
          </a:prstGeom>
          <a:ln w="50800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8" name="Picture Placeholder 27"/>
          <p:cNvSpPr>
            <a:spLocks noGrp="1"/>
          </p:cNvSpPr>
          <p:nvPr>
            <p:ph type="pic" sz="quarter" idx="10"/>
          </p:nvPr>
        </p:nvSpPr>
        <p:spPr>
          <a:xfrm>
            <a:off x="704203" y="1690876"/>
            <a:ext cx="1828800" cy="18288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endParaRPr lang="en-US" noProof="0"/>
          </a:p>
        </p:txBody>
      </p:sp>
      <p:sp>
        <p:nvSpPr>
          <p:cNvPr id="29" name="Picture Placeholder 27"/>
          <p:cNvSpPr>
            <a:spLocks noGrp="1"/>
          </p:cNvSpPr>
          <p:nvPr>
            <p:ph type="pic" sz="quarter" idx="11"/>
          </p:nvPr>
        </p:nvSpPr>
        <p:spPr>
          <a:xfrm>
            <a:off x="2917164" y="1690876"/>
            <a:ext cx="1828800" cy="18288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endParaRPr lang="en-US" noProof="0"/>
          </a:p>
        </p:txBody>
      </p:sp>
      <p:sp>
        <p:nvSpPr>
          <p:cNvPr id="30" name="Picture Placeholder 27"/>
          <p:cNvSpPr>
            <a:spLocks noGrp="1"/>
          </p:cNvSpPr>
          <p:nvPr>
            <p:ph type="pic" sz="quarter" idx="12"/>
          </p:nvPr>
        </p:nvSpPr>
        <p:spPr>
          <a:xfrm>
            <a:off x="5156203" y="1675161"/>
            <a:ext cx="1828800" cy="18288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endParaRPr lang="en-US" noProof="0"/>
          </a:p>
        </p:txBody>
      </p:sp>
      <p:sp>
        <p:nvSpPr>
          <p:cNvPr id="31" name="Picture Placeholder 27"/>
          <p:cNvSpPr>
            <a:spLocks noGrp="1"/>
          </p:cNvSpPr>
          <p:nvPr>
            <p:ph type="pic" sz="quarter" idx="13"/>
          </p:nvPr>
        </p:nvSpPr>
        <p:spPr>
          <a:xfrm>
            <a:off x="7394126" y="1683019"/>
            <a:ext cx="1828800" cy="18288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endParaRPr lang="en-US" noProof="0"/>
          </a:p>
        </p:txBody>
      </p:sp>
      <p:sp>
        <p:nvSpPr>
          <p:cNvPr id="32" name="Picture Placeholder 27"/>
          <p:cNvSpPr>
            <a:spLocks noGrp="1"/>
          </p:cNvSpPr>
          <p:nvPr>
            <p:ph type="pic" sz="quarter" idx="14"/>
          </p:nvPr>
        </p:nvSpPr>
        <p:spPr>
          <a:xfrm>
            <a:off x="9630932" y="1690876"/>
            <a:ext cx="1828800" cy="18288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endParaRPr lang="en-US" noProof="0"/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5"/>
          </p:nvPr>
        </p:nvSpPr>
        <p:spPr>
          <a:xfrm>
            <a:off x="894347" y="3937000"/>
            <a:ext cx="1355725" cy="4937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4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8" name="Text Placeholder 37"/>
          <p:cNvSpPr>
            <a:spLocks noGrp="1"/>
          </p:cNvSpPr>
          <p:nvPr>
            <p:ph type="body" sz="quarter" idx="16"/>
          </p:nvPr>
        </p:nvSpPr>
        <p:spPr>
          <a:xfrm>
            <a:off x="679240" y="4697413"/>
            <a:ext cx="1785938" cy="13049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9" name="Text Placeholder 33"/>
          <p:cNvSpPr>
            <a:spLocks noGrp="1"/>
          </p:cNvSpPr>
          <p:nvPr>
            <p:ph type="body" sz="quarter" idx="17"/>
          </p:nvPr>
        </p:nvSpPr>
        <p:spPr>
          <a:xfrm>
            <a:off x="3132271" y="3937000"/>
            <a:ext cx="1355725" cy="4937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4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0" name="Text Placeholder 37"/>
          <p:cNvSpPr>
            <a:spLocks noGrp="1"/>
          </p:cNvSpPr>
          <p:nvPr>
            <p:ph type="body" sz="quarter" idx="18"/>
          </p:nvPr>
        </p:nvSpPr>
        <p:spPr>
          <a:xfrm>
            <a:off x="2917164" y="4697413"/>
            <a:ext cx="1785938" cy="13049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41" name="Text Placeholder 33"/>
          <p:cNvSpPr>
            <a:spLocks noGrp="1"/>
          </p:cNvSpPr>
          <p:nvPr>
            <p:ph type="body" sz="quarter" idx="19"/>
          </p:nvPr>
        </p:nvSpPr>
        <p:spPr>
          <a:xfrm>
            <a:off x="5370195" y="3937000"/>
            <a:ext cx="1355725" cy="4937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4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2" name="Text Placeholder 37"/>
          <p:cNvSpPr>
            <a:spLocks noGrp="1"/>
          </p:cNvSpPr>
          <p:nvPr>
            <p:ph type="body" sz="quarter" idx="20"/>
          </p:nvPr>
        </p:nvSpPr>
        <p:spPr>
          <a:xfrm>
            <a:off x="5155088" y="4697413"/>
            <a:ext cx="1785938" cy="13049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43" name="Text Placeholder 33"/>
          <p:cNvSpPr>
            <a:spLocks noGrp="1"/>
          </p:cNvSpPr>
          <p:nvPr>
            <p:ph type="body" sz="quarter" idx="21"/>
          </p:nvPr>
        </p:nvSpPr>
        <p:spPr>
          <a:xfrm>
            <a:off x="7823225" y="3937000"/>
            <a:ext cx="1355725" cy="4937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4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4" name="Text Placeholder 37"/>
          <p:cNvSpPr>
            <a:spLocks noGrp="1"/>
          </p:cNvSpPr>
          <p:nvPr>
            <p:ph type="body" sz="quarter" idx="22"/>
          </p:nvPr>
        </p:nvSpPr>
        <p:spPr>
          <a:xfrm>
            <a:off x="7608118" y="4697413"/>
            <a:ext cx="1785938" cy="13049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3"/>
          </p:nvPr>
        </p:nvSpPr>
        <p:spPr>
          <a:xfrm>
            <a:off x="10061148" y="3937000"/>
            <a:ext cx="1355725" cy="4937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4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6" name="Text Placeholder 37"/>
          <p:cNvSpPr>
            <a:spLocks noGrp="1"/>
          </p:cNvSpPr>
          <p:nvPr>
            <p:ph type="body" sz="quarter" idx="24"/>
          </p:nvPr>
        </p:nvSpPr>
        <p:spPr>
          <a:xfrm>
            <a:off x="9846041" y="4697413"/>
            <a:ext cx="1785938" cy="13049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47" name="Text Placeholder 68"/>
          <p:cNvSpPr>
            <a:spLocks noGrp="1"/>
          </p:cNvSpPr>
          <p:nvPr>
            <p:ph type="body" sz="quarter" idx="25"/>
          </p:nvPr>
        </p:nvSpPr>
        <p:spPr>
          <a:xfrm>
            <a:off x="3168062" y="157037"/>
            <a:ext cx="5855876" cy="619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GeosansLight" panose="02000603020000020003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48" name="Text Placeholder 58"/>
          <p:cNvSpPr>
            <a:spLocks noGrp="1"/>
          </p:cNvSpPr>
          <p:nvPr>
            <p:ph type="body" sz="quarter" idx="26"/>
          </p:nvPr>
        </p:nvSpPr>
        <p:spPr>
          <a:xfrm>
            <a:off x="3775997" y="772883"/>
            <a:ext cx="4628161" cy="56188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9" name="Text Placeholder 28"/>
          <p:cNvSpPr>
            <a:spLocks noGrp="1"/>
          </p:cNvSpPr>
          <p:nvPr>
            <p:ph type="body" sz="quarter" idx="27"/>
          </p:nvPr>
        </p:nvSpPr>
        <p:spPr>
          <a:xfrm>
            <a:off x="634320" y="6436671"/>
            <a:ext cx="2395309" cy="3108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0" name="Text Placeholder 28"/>
          <p:cNvSpPr>
            <a:spLocks noGrp="1"/>
          </p:cNvSpPr>
          <p:nvPr>
            <p:ph type="body" sz="quarter" idx="28"/>
          </p:nvPr>
        </p:nvSpPr>
        <p:spPr>
          <a:xfrm>
            <a:off x="4898346" y="6436671"/>
            <a:ext cx="2395309" cy="31089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1" name="Text Placeholder 28"/>
          <p:cNvSpPr>
            <a:spLocks noGrp="1"/>
          </p:cNvSpPr>
          <p:nvPr>
            <p:ph type="body" sz="quarter" idx="29"/>
          </p:nvPr>
        </p:nvSpPr>
        <p:spPr>
          <a:xfrm>
            <a:off x="9162370" y="6436671"/>
            <a:ext cx="2395309" cy="31089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 Wor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7"/>
          <p:cNvSpPr>
            <a:spLocks noGrp="1"/>
          </p:cNvSpPr>
          <p:nvPr>
            <p:ph type="pic" sz="quarter" idx="10"/>
          </p:nvPr>
        </p:nvSpPr>
        <p:spPr>
          <a:xfrm>
            <a:off x="704203" y="1690876"/>
            <a:ext cx="1828800" cy="18288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endParaRPr lang="en-US" noProof="0"/>
          </a:p>
        </p:txBody>
      </p:sp>
      <p:sp>
        <p:nvSpPr>
          <p:cNvPr id="29" name="Picture Placeholder 27"/>
          <p:cNvSpPr>
            <a:spLocks noGrp="1"/>
          </p:cNvSpPr>
          <p:nvPr>
            <p:ph type="pic" sz="quarter" idx="11"/>
          </p:nvPr>
        </p:nvSpPr>
        <p:spPr>
          <a:xfrm>
            <a:off x="2917164" y="1690876"/>
            <a:ext cx="1828800" cy="18288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endParaRPr lang="en-US" noProof="0"/>
          </a:p>
        </p:txBody>
      </p:sp>
      <p:sp>
        <p:nvSpPr>
          <p:cNvPr id="30" name="Picture Placeholder 27"/>
          <p:cNvSpPr>
            <a:spLocks noGrp="1"/>
          </p:cNvSpPr>
          <p:nvPr>
            <p:ph type="pic" sz="quarter" idx="12"/>
          </p:nvPr>
        </p:nvSpPr>
        <p:spPr>
          <a:xfrm>
            <a:off x="5156203" y="1675161"/>
            <a:ext cx="1828800" cy="18288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endParaRPr lang="en-US" noProof="0"/>
          </a:p>
        </p:txBody>
      </p:sp>
      <p:sp>
        <p:nvSpPr>
          <p:cNvPr id="31" name="Picture Placeholder 27"/>
          <p:cNvSpPr>
            <a:spLocks noGrp="1"/>
          </p:cNvSpPr>
          <p:nvPr>
            <p:ph type="pic" sz="quarter" idx="13"/>
          </p:nvPr>
        </p:nvSpPr>
        <p:spPr>
          <a:xfrm>
            <a:off x="7394126" y="1683019"/>
            <a:ext cx="1828800" cy="18288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endParaRPr lang="en-US" noProof="0"/>
          </a:p>
        </p:txBody>
      </p:sp>
      <p:sp>
        <p:nvSpPr>
          <p:cNvPr id="32" name="Picture Placeholder 27"/>
          <p:cNvSpPr>
            <a:spLocks noGrp="1"/>
          </p:cNvSpPr>
          <p:nvPr>
            <p:ph type="pic" sz="quarter" idx="14"/>
          </p:nvPr>
        </p:nvSpPr>
        <p:spPr>
          <a:xfrm>
            <a:off x="9630932" y="1690876"/>
            <a:ext cx="1828800" cy="18288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endParaRPr lang="en-US" noProof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Wor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"/>
          <p:cNvSpPr/>
          <p:nvPr userDrawn="1"/>
        </p:nvSpPr>
        <p:spPr>
          <a:xfrm>
            <a:off x="2743200" y="914400"/>
            <a:ext cx="3352800" cy="18288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17" name="Rectangle 2"/>
          <p:cNvSpPr/>
          <p:nvPr userDrawn="1"/>
        </p:nvSpPr>
        <p:spPr>
          <a:xfrm>
            <a:off x="6096000" y="2743200"/>
            <a:ext cx="3352800" cy="18288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18" name="Rectangle 3"/>
          <p:cNvSpPr/>
          <p:nvPr userDrawn="1"/>
        </p:nvSpPr>
        <p:spPr>
          <a:xfrm>
            <a:off x="2743200" y="4572000"/>
            <a:ext cx="3352800" cy="1828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19" name="Rectangle 4"/>
          <p:cNvSpPr/>
          <p:nvPr userDrawn="1"/>
        </p:nvSpPr>
        <p:spPr>
          <a:xfrm>
            <a:off x="7924800" y="4572000"/>
            <a:ext cx="3352800" cy="1828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1828800" cy="18288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28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4267200" y="2743200"/>
            <a:ext cx="1828800" cy="18288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29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914399" y="4572000"/>
            <a:ext cx="1828800" cy="18288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30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6096000" y="4572000"/>
            <a:ext cx="1828800" cy="18288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14"/>
          </p:nvPr>
        </p:nvSpPr>
        <p:spPr>
          <a:xfrm>
            <a:off x="2833688" y="4751388"/>
            <a:ext cx="1676400" cy="4619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5"/>
          </p:nvPr>
        </p:nvSpPr>
        <p:spPr>
          <a:xfrm>
            <a:off x="2833688" y="5453063"/>
            <a:ext cx="3171825" cy="730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31"/>
          <p:cNvSpPr>
            <a:spLocks noGrp="1"/>
          </p:cNvSpPr>
          <p:nvPr>
            <p:ph type="body" sz="quarter" idx="16"/>
          </p:nvPr>
        </p:nvSpPr>
        <p:spPr>
          <a:xfrm>
            <a:off x="8015287" y="4741129"/>
            <a:ext cx="1676400" cy="4619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33"/>
          <p:cNvSpPr>
            <a:spLocks noGrp="1"/>
          </p:cNvSpPr>
          <p:nvPr>
            <p:ph type="body" sz="quarter" idx="17"/>
          </p:nvPr>
        </p:nvSpPr>
        <p:spPr>
          <a:xfrm>
            <a:off x="8015287" y="5442804"/>
            <a:ext cx="3171825" cy="730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ext Placeholder 31"/>
          <p:cNvSpPr>
            <a:spLocks noGrp="1"/>
          </p:cNvSpPr>
          <p:nvPr>
            <p:ph type="body" sz="quarter" idx="18"/>
          </p:nvPr>
        </p:nvSpPr>
        <p:spPr>
          <a:xfrm>
            <a:off x="6248400" y="2906018"/>
            <a:ext cx="1676400" cy="4619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8" name="Text Placeholder 33"/>
          <p:cNvSpPr>
            <a:spLocks noGrp="1"/>
          </p:cNvSpPr>
          <p:nvPr>
            <p:ph type="body" sz="quarter" idx="19"/>
          </p:nvPr>
        </p:nvSpPr>
        <p:spPr>
          <a:xfrm>
            <a:off x="6248400" y="3607693"/>
            <a:ext cx="3171825" cy="730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9" name="Text Placeholder 31"/>
          <p:cNvSpPr>
            <a:spLocks noGrp="1"/>
          </p:cNvSpPr>
          <p:nvPr>
            <p:ph type="body" sz="quarter" idx="20"/>
          </p:nvPr>
        </p:nvSpPr>
        <p:spPr>
          <a:xfrm>
            <a:off x="2833687" y="1097252"/>
            <a:ext cx="1676400" cy="4619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40" name="Text Placeholder 33"/>
          <p:cNvSpPr>
            <a:spLocks noGrp="1"/>
          </p:cNvSpPr>
          <p:nvPr>
            <p:ph type="body" sz="quarter" idx="21"/>
          </p:nvPr>
        </p:nvSpPr>
        <p:spPr>
          <a:xfrm>
            <a:off x="2833687" y="1798927"/>
            <a:ext cx="3171825" cy="730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42" name="Text Placeholder 41"/>
          <p:cNvSpPr>
            <a:spLocks noGrp="1"/>
          </p:cNvSpPr>
          <p:nvPr>
            <p:ph type="body" sz="quarter" idx="22"/>
          </p:nvPr>
        </p:nvSpPr>
        <p:spPr>
          <a:xfrm>
            <a:off x="6527800" y="1325563"/>
            <a:ext cx="4213225" cy="59531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  <a:latin typeface="GeosansLight" panose="02000603020000020003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43" name="Text Placeholder 41"/>
          <p:cNvSpPr>
            <a:spLocks noGrp="1"/>
          </p:cNvSpPr>
          <p:nvPr>
            <p:ph type="body" sz="quarter" idx="23"/>
          </p:nvPr>
        </p:nvSpPr>
        <p:spPr>
          <a:xfrm>
            <a:off x="6527800" y="1949563"/>
            <a:ext cx="4213225" cy="40671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GeosansLight" panose="02000603020000020003" pitchFamily="2" charset="0"/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 Wor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1828800" cy="18288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28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4267200" y="2743200"/>
            <a:ext cx="1828800" cy="18288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29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914399" y="4572000"/>
            <a:ext cx="1828800" cy="18288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30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6096000" y="4572000"/>
            <a:ext cx="1828800" cy="18288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pPr lvl="0"/>
            <a:endParaRPr lang="en-US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Big Image"/>
          <p:cNvSpPr>
            <a:spLocks noGrp="1"/>
          </p:cNvSpPr>
          <p:nvPr>
            <p:ph type="pic" sz="quarter" idx="10"/>
          </p:nvPr>
        </p:nvSpPr>
        <p:spPr>
          <a:xfrm>
            <a:off x="7016750" y="0"/>
            <a:ext cx="517525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12"/>
          </p:nvPr>
        </p:nvSpPr>
        <p:spPr>
          <a:xfrm>
            <a:off x="777875" y="2816225"/>
            <a:ext cx="2451100" cy="612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  <a:latin typeface="GeosansLight" panose="02000603020000020003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Content Placeholder 33"/>
          <p:cNvSpPr>
            <a:spLocks noGrp="1"/>
          </p:cNvSpPr>
          <p:nvPr>
            <p:ph sz="quarter" idx="13"/>
          </p:nvPr>
        </p:nvSpPr>
        <p:spPr>
          <a:xfrm>
            <a:off x="2338170" y="3454156"/>
            <a:ext cx="890805" cy="27708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41" name="Chart Placeholder 40"/>
          <p:cNvSpPr>
            <a:spLocks noGrp="1"/>
          </p:cNvSpPr>
          <p:nvPr>
            <p:ph type="chart" sz="quarter" idx="14"/>
          </p:nvPr>
        </p:nvSpPr>
        <p:spPr>
          <a:xfrm>
            <a:off x="777875" y="4308475"/>
            <a:ext cx="5318125" cy="17033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42" name="Text Placeholder 68"/>
          <p:cNvSpPr>
            <a:spLocks noGrp="1"/>
          </p:cNvSpPr>
          <p:nvPr>
            <p:ph type="body" sz="quarter" idx="25"/>
          </p:nvPr>
        </p:nvSpPr>
        <p:spPr>
          <a:xfrm>
            <a:off x="614048" y="1061260"/>
            <a:ext cx="5855876" cy="61912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GeosansLight" panose="02000603020000020003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43" name="Text Placeholder 58"/>
          <p:cNvSpPr>
            <a:spLocks noGrp="1"/>
          </p:cNvSpPr>
          <p:nvPr>
            <p:ph type="body" sz="quarter" idx="26"/>
          </p:nvPr>
        </p:nvSpPr>
        <p:spPr>
          <a:xfrm>
            <a:off x="614048" y="1677106"/>
            <a:ext cx="4628161" cy="56188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8" name="Text Placeholder 41"/>
          <p:cNvSpPr>
            <a:spLocks noGrp="1"/>
          </p:cNvSpPr>
          <p:nvPr>
            <p:ph type="body" sz="quarter" idx="22"/>
          </p:nvPr>
        </p:nvSpPr>
        <p:spPr>
          <a:xfrm>
            <a:off x="7011276" y="2513232"/>
            <a:ext cx="4213225" cy="59531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GeosansLight" panose="02000603020000020003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9" name="Text Placeholder 41"/>
          <p:cNvSpPr>
            <a:spLocks noGrp="1"/>
          </p:cNvSpPr>
          <p:nvPr>
            <p:ph type="body" sz="quarter" idx="23"/>
          </p:nvPr>
        </p:nvSpPr>
        <p:spPr>
          <a:xfrm>
            <a:off x="7011276" y="3137232"/>
            <a:ext cx="4213225" cy="106690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GeosansLight" panose="02000603020000020003" pitchFamily="2" charset="0"/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"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"/>
          <p:cNvSpPr/>
          <p:nvPr userDrawn="1"/>
        </p:nvSpPr>
        <p:spPr>
          <a:xfrm>
            <a:off x="0" y="0"/>
            <a:ext cx="3349625" cy="3429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14" name="Rectangle 2"/>
          <p:cNvSpPr/>
          <p:nvPr userDrawn="1"/>
        </p:nvSpPr>
        <p:spPr>
          <a:xfrm>
            <a:off x="6096000" y="3429000"/>
            <a:ext cx="2746375" cy="3429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2"/>
          </p:nvPr>
        </p:nvSpPr>
        <p:spPr>
          <a:xfrm>
            <a:off x="0" y="3429000"/>
            <a:ext cx="6096000" cy="3429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0"/>
          </p:nvPr>
        </p:nvSpPr>
        <p:spPr>
          <a:xfrm>
            <a:off x="3349625" y="0"/>
            <a:ext cx="4581525" cy="3429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1"/>
          </p:nvPr>
        </p:nvSpPr>
        <p:spPr>
          <a:xfrm>
            <a:off x="7931150" y="0"/>
            <a:ext cx="4260850" cy="3429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3"/>
          </p:nvPr>
        </p:nvSpPr>
        <p:spPr>
          <a:xfrm>
            <a:off x="8842375" y="3429000"/>
            <a:ext cx="3349625" cy="3429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4"/>
          </p:nvPr>
        </p:nvSpPr>
        <p:spPr>
          <a:xfrm>
            <a:off x="8850313" y="2206625"/>
            <a:ext cx="2422525" cy="369888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5"/>
          </p:nvPr>
        </p:nvSpPr>
        <p:spPr>
          <a:xfrm>
            <a:off x="4319588" y="4340225"/>
            <a:ext cx="3752850" cy="4111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/>
          <p:cNvSpPr>
            <a:spLocks noGrp="1"/>
          </p:cNvSpPr>
          <p:nvPr>
            <p:ph type="body" sz="quarter" idx="16"/>
          </p:nvPr>
        </p:nvSpPr>
        <p:spPr>
          <a:xfrm>
            <a:off x="6273089" y="5221386"/>
            <a:ext cx="2225675" cy="1279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 b="0">
                <a:solidFill>
                  <a:schemeClr val="bg1"/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/>
          <p:cNvSpPr>
            <a:spLocks noGrp="1"/>
          </p:cNvSpPr>
          <p:nvPr>
            <p:ph type="body" sz="quarter" idx="17"/>
          </p:nvPr>
        </p:nvSpPr>
        <p:spPr>
          <a:xfrm>
            <a:off x="6696386" y="4775263"/>
            <a:ext cx="1379080" cy="30971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 b="0">
                <a:solidFill>
                  <a:schemeClr val="bg1"/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18"/>
          </p:nvPr>
        </p:nvSpPr>
        <p:spPr>
          <a:xfrm>
            <a:off x="568324" y="893763"/>
            <a:ext cx="2038241" cy="3143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bg1"/>
                </a:solidFill>
                <a:latin typeface="GeosansLight" panose="02000603020000020003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31"/>
          <p:cNvSpPr>
            <a:spLocks noGrp="1"/>
          </p:cNvSpPr>
          <p:nvPr>
            <p:ph type="body" sz="quarter" idx="19"/>
          </p:nvPr>
        </p:nvSpPr>
        <p:spPr>
          <a:xfrm>
            <a:off x="568323" y="1228725"/>
            <a:ext cx="2637332" cy="4243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bg1"/>
                </a:solidFill>
                <a:latin typeface="GeosansLight" panose="02000603020000020003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/>
          <p:cNvSpPr>
            <a:spLocks noGrp="1"/>
          </p:cNvSpPr>
          <p:nvPr>
            <p:ph type="body" sz="quarter" idx="20"/>
          </p:nvPr>
        </p:nvSpPr>
        <p:spPr>
          <a:xfrm>
            <a:off x="568323" y="1936938"/>
            <a:ext cx="2225675" cy="1279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 b="0">
                <a:solidFill>
                  <a:schemeClr val="bg1"/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ortfol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/>
          <p:cNvSpPr>
            <a:spLocks noGrp="1"/>
          </p:cNvSpPr>
          <p:nvPr>
            <p:ph type="pic" sz="quarter" idx="12"/>
          </p:nvPr>
        </p:nvSpPr>
        <p:spPr>
          <a:xfrm>
            <a:off x="0" y="3429000"/>
            <a:ext cx="6096000" cy="3429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0"/>
          </p:nvPr>
        </p:nvSpPr>
        <p:spPr>
          <a:xfrm>
            <a:off x="3349625" y="0"/>
            <a:ext cx="4581525" cy="3429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1"/>
          </p:nvPr>
        </p:nvSpPr>
        <p:spPr>
          <a:xfrm>
            <a:off x="7931150" y="0"/>
            <a:ext cx="4260850" cy="3429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3"/>
          </p:nvPr>
        </p:nvSpPr>
        <p:spPr>
          <a:xfrm>
            <a:off x="8842375" y="3429000"/>
            <a:ext cx="3349625" cy="3429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pPr lvl="0"/>
            <a:endParaRPr lang="en-US" noProof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roduc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"/>
          <p:cNvSpPr/>
          <p:nvPr userDrawn="1"/>
        </p:nvSpPr>
        <p:spPr>
          <a:xfrm>
            <a:off x="935038" y="4903788"/>
            <a:ext cx="954087" cy="95567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r>
              <a:rPr lang="en-US" altLang="zh-CN" sz="2800">
                <a:solidFill>
                  <a:schemeClr val="bg1"/>
                </a:solidFill>
                <a:latin typeface="FontAwesome" pitchFamily="2" charset="0"/>
              </a:rPr>
              <a:t></a:t>
            </a:r>
            <a:endParaRPr lang="en-US" altLang="zh-CN" sz="2800">
              <a:solidFill>
                <a:schemeClr val="bg1"/>
              </a:solidFill>
            </a:endParaRPr>
          </a:p>
        </p:txBody>
      </p:sp>
      <p:sp>
        <p:nvSpPr>
          <p:cNvPr id="17" name="Oval 2"/>
          <p:cNvSpPr/>
          <p:nvPr userDrawn="1"/>
        </p:nvSpPr>
        <p:spPr>
          <a:xfrm>
            <a:off x="1649413" y="4903788"/>
            <a:ext cx="239712" cy="23971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10"/>
          </p:nvPr>
        </p:nvSpPr>
        <p:spPr>
          <a:xfrm>
            <a:off x="914400" y="1620838"/>
            <a:ext cx="2435225" cy="18176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26" name="Picture Placeholder 24"/>
          <p:cNvSpPr>
            <a:spLocks noGrp="1"/>
          </p:cNvSpPr>
          <p:nvPr>
            <p:ph type="pic" sz="quarter" idx="11"/>
          </p:nvPr>
        </p:nvSpPr>
        <p:spPr>
          <a:xfrm>
            <a:off x="3561907" y="1620838"/>
            <a:ext cx="2435225" cy="18176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27" name="Picture Placeholder 24"/>
          <p:cNvSpPr>
            <a:spLocks noGrp="1"/>
          </p:cNvSpPr>
          <p:nvPr>
            <p:ph type="pic" sz="quarter" idx="12"/>
          </p:nvPr>
        </p:nvSpPr>
        <p:spPr>
          <a:xfrm>
            <a:off x="6209045" y="1620838"/>
            <a:ext cx="2435225" cy="18176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28" name="Picture Placeholder 24"/>
          <p:cNvSpPr>
            <a:spLocks noGrp="1"/>
          </p:cNvSpPr>
          <p:nvPr>
            <p:ph type="pic" sz="quarter" idx="13"/>
          </p:nvPr>
        </p:nvSpPr>
        <p:spPr>
          <a:xfrm>
            <a:off x="8856183" y="1620531"/>
            <a:ext cx="2435225" cy="18176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30" name="Text Placeholder 29"/>
          <p:cNvSpPr>
            <a:spLocks noGrp="1"/>
          </p:cNvSpPr>
          <p:nvPr>
            <p:ph type="body" sz="quarter" idx="14"/>
          </p:nvPr>
        </p:nvSpPr>
        <p:spPr>
          <a:xfrm>
            <a:off x="914400" y="3607816"/>
            <a:ext cx="2274888" cy="7175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9"/>
          <p:cNvSpPr>
            <a:spLocks noGrp="1"/>
          </p:cNvSpPr>
          <p:nvPr>
            <p:ph type="body" sz="quarter" idx="15"/>
          </p:nvPr>
        </p:nvSpPr>
        <p:spPr>
          <a:xfrm>
            <a:off x="3527087" y="3604658"/>
            <a:ext cx="2274888" cy="7175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9"/>
          <p:cNvSpPr>
            <a:spLocks noGrp="1"/>
          </p:cNvSpPr>
          <p:nvPr>
            <p:ph type="body" sz="quarter" idx="16"/>
          </p:nvPr>
        </p:nvSpPr>
        <p:spPr>
          <a:xfrm>
            <a:off x="6208492" y="3607816"/>
            <a:ext cx="2274888" cy="7175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9"/>
          <p:cNvSpPr>
            <a:spLocks noGrp="1"/>
          </p:cNvSpPr>
          <p:nvPr>
            <p:ph type="body" sz="quarter" idx="17"/>
          </p:nvPr>
        </p:nvSpPr>
        <p:spPr>
          <a:xfrm>
            <a:off x="8856183" y="3607816"/>
            <a:ext cx="2274888" cy="7175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9"/>
          <p:cNvSpPr>
            <a:spLocks noGrp="1"/>
          </p:cNvSpPr>
          <p:nvPr>
            <p:ph type="body" sz="quarter" idx="18"/>
          </p:nvPr>
        </p:nvSpPr>
        <p:spPr>
          <a:xfrm>
            <a:off x="2026531" y="5023843"/>
            <a:ext cx="9104540" cy="7175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68"/>
          <p:cNvSpPr>
            <a:spLocks noGrp="1"/>
          </p:cNvSpPr>
          <p:nvPr>
            <p:ph type="body" sz="quarter" idx="23"/>
          </p:nvPr>
        </p:nvSpPr>
        <p:spPr>
          <a:xfrm>
            <a:off x="3168062" y="157037"/>
            <a:ext cx="5855876" cy="619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GeosansLight" panose="02000603020000020003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58"/>
          <p:cNvSpPr>
            <a:spLocks noGrp="1"/>
          </p:cNvSpPr>
          <p:nvPr>
            <p:ph type="body" sz="quarter" idx="24"/>
          </p:nvPr>
        </p:nvSpPr>
        <p:spPr>
          <a:xfrm>
            <a:off x="3775997" y="772883"/>
            <a:ext cx="4628161" cy="56188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7" name="Text Placeholder 28"/>
          <p:cNvSpPr>
            <a:spLocks noGrp="1"/>
          </p:cNvSpPr>
          <p:nvPr>
            <p:ph type="body" sz="quarter" idx="25"/>
          </p:nvPr>
        </p:nvSpPr>
        <p:spPr>
          <a:xfrm>
            <a:off x="634320" y="6436671"/>
            <a:ext cx="2395309" cy="3108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8" name="Text Placeholder 28"/>
          <p:cNvSpPr>
            <a:spLocks noGrp="1"/>
          </p:cNvSpPr>
          <p:nvPr>
            <p:ph type="body" sz="quarter" idx="26"/>
          </p:nvPr>
        </p:nvSpPr>
        <p:spPr>
          <a:xfrm>
            <a:off x="4898346" y="6436671"/>
            <a:ext cx="2395309" cy="31089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9" name="Text Placeholder 28"/>
          <p:cNvSpPr>
            <a:spLocks noGrp="1"/>
          </p:cNvSpPr>
          <p:nvPr>
            <p:ph type="body" sz="quarter" idx="27"/>
          </p:nvPr>
        </p:nvSpPr>
        <p:spPr>
          <a:xfrm>
            <a:off x="9162370" y="6436671"/>
            <a:ext cx="2395309" cy="31089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ur Produc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/>
          <p:cNvSpPr>
            <a:spLocks noGrp="1"/>
          </p:cNvSpPr>
          <p:nvPr>
            <p:ph type="pic" sz="quarter" idx="10"/>
          </p:nvPr>
        </p:nvSpPr>
        <p:spPr>
          <a:xfrm>
            <a:off x="914400" y="1620838"/>
            <a:ext cx="2435225" cy="18176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26" name="Picture Placeholder 24"/>
          <p:cNvSpPr>
            <a:spLocks noGrp="1"/>
          </p:cNvSpPr>
          <p:nvPr>
            <p:ph type="pic" sz="quarter" idx="11"/>
          </p:nvPr>
        </p:nvSpPr>
        <p:spPr>
          <a:xfrm>
            <a:off x="3561907" y="1620838"/>
            <a:ext cx="2435225" cy="18176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27" name="Picture Placeholder 24"/>
          <p:cNvSpPr>
            <a:spLocks noGrp="1"/>
          </p:cNvSpPr>
          <p:nvPr>
            <p:ph type="pic" sz="quarter" idx="12"/>
          </p:nvPr>
        </p:nvSpPr>
        <p:spPr>
          <a:xfrm>
            <a:off x="6209045" y="1620838"/>
            <a:ext cx="2435225" cy="18176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28" name="Picture Placeholder 24"/>
          <p:cNvSpPr>
            <a:spLocks noGrp="1"/>
          </p:cNvSpPr>
          <p:nvPr>
            <p:ph type="pic" sz="quarter" idx="13"/>
          </p:nvPr>
        </p:nvSpPr>
        <p:spPr>
          <a:xfrm>
            <a:off x="8856183" y="1620531"/>
            <a:ext cx="2435225" cy="18176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pPr lvl="0"/>
            <a:endParaRPr lang="en-US" noProof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cent Pro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/>
          <p:nvPr userDrawn="1"/>
        </p:nvSpPr>
        <p:spPr>
          <a:xfrm>
            <a:off x="5095875" y="1987550"/>
            <a:ext cx="1000125" cy="368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9" name="Rectangle 2"/>
          <p:cNvSpPr/>
          <p:nvPr userDrawn="1"/>
        </p:nvSpPr>
        <p:spPr>
          <a:xfrm>
            <a:off x="6096000" y="4502150"/>
            <a:ext cx="1438275" cy="3683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0"/>
          </p:nvPr>
        </p:nvSpPr>
        <p:spPr>
          <a:xfrm>
            <a:off x="1831975" y="914400"/>
            <a:ext cx="4264025" cy="2514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1"/>
          </p:nvPr>
        </p:nvSpPr>
        <p:spPr>
          <a:xfrm>
            <a:off x="6096000" y="3429000"/>
            <a:ext cx="4264025" cy="2514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2"/>
          </p:nvPr>
        </p:nvSpPr>
        <p:spPr>
          <a:xfrm>
            <a:off x="5096366" y="1980994"/>
            <a:ext cx="4142232" cy="3657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3"/>
          </p:nvPr>
        </p:nvSpPr>
        <p:spPr>
          <a:xfrm>
            <a:off x="6180138" y="2538413"/>
            <a:ext cx="3059112" cy="7080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6" name="Text Placeholder 22"/>
          <p:cNvSpPr>
            <a:spLocks noGrp="1"/>
          </p:cNvSpPr>
          <p:nvPr>
            <p:ph type="body" sz="quarter" idx="14"/>
          </p:nvPr>
        </p:nvSpPr>
        <p:spPr>
          <a:xfrm>
            <a:off x="3386761" y="4495594"/>
            <a:ext cx="4142232" cy="3657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8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15"/>
          </p:nvPr>
        </p:nvSpPr>
        <p:spPr>
          <a:xfrm>
            <a:off x="2951038" y="5069248"/>
            <a:ext cx="3059112" cy="7080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ecent Pro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/>
          <p:cNvSpPr>
            <a:spLocks noGrp="1"/>
          </p:cNvSpPr>
          <p:nvPr>
            <p:ph type="pic" sz="quarter" idx="10"/>
          </p:nvPr>
        </p:nvSpPr>
        <p:spPr>
          <a:xfrm>
            <a:off x="1831975" y="914400"/>
            <a:ext cx="4264025" cy="2514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1"/>
          </p:nvPr>
        </p:nvSpPr>
        <p:spPr>
          <a:xfrm>
            <a:off x="6096000" y="3429000"/>
            <a:ext cx="4264025" cy="2514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pPr lvl="0"/>
            <a:endParaRPr lang="en-US" noProof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Full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 White"/>
          <p:cNvSpPr/>
          <p:nvPr userDrawn="1"/>
        </p:nvSpPr>
        <p:spPr>
          <a:xfrm>
            <a:off x="3805238" y="0"/>
            <a:ext cx="458152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zh-CN" altLang="zh-CN">
              <a:solidFill>
                <a:srgbClr val="FFFFFF"/>
              </a:solidFill>
            </a:endParaRPr>
          </a:p>
        </p:txBody>
      </p:sp>
      <p:cxnSp>
        <p:nvCxnSpPr>
          <p:cNvPr id="8" name="Straight Connector 2"/>
          <p:cNvCxnSpPr/>
          <p:nvPr userDrawn="1"/>
        </p:nvCxnSpPr>
        <p:spPr>
          <a:xfrm>
            <a:off x="6096000" y="4506913"/>
            <a:ext cx="0" cy="86201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3"/>
          <p:cNvSpPr>
            <a:spLocks noChangeArrowheads="1"/>
          </p:cNvSpPr>
          <p:nvPr userDrawn="1"/>
        </p:nvSpPr>
        <p:spPr bwMode="auto">
          <a:xfrm>
            <a:off x="5827713" y="5700713"/>
            <a:ext cx="5365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3200">
                <a:solidFill>
                  <a:srgbClr val="B27D49"/>
                </a:solidFill>
                <a:latin typeface="FontAwesome" pitchFamily="2" charset="0"/>
              </a:rPr>
              <a:t></a:t>
            </a:r>
            <a:endParaRPr lang="en-US" altLang="zh-CN" sz="3200">
              <a:solidFill>
                <a:srgbClr val="B27D49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362450" y="2322513"/>
            <a:ext cx="3573463" cy="16716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8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4362352" y="1012368"/>
            <a:ext cx="3573463" cy="5847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  <a:latin typeface="GeosansLight" panose="02000603020000020003" pitchFamily="2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362352" y="1620487"/>
            <a:ext cx="3573463" cy="3705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4362351" y="4506835"/>
            <a:ext cx="1733649" cy="11932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6202166" y="4506835"/>
            <a:ext cx="1733649" cy="11932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Full Scree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1"/>
          <p:cNvCxnSpPr/>
          <p:nvPr userDrawn="1"/>
        </p:nvCxnSpPr>
        <p:spPr>
          <a:xfrm>
            <a:off x="6096000" y="4506913"/>
            <a:ext cx="0" cy="86201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2"/>
          <p:cNvSpPr/>
          <p:nvPr userDrawn="1"/>
        </p:nvSpPr>
        <p:spPr>
          <a:xfrm>
            <a:off x="3805238" y="0"/>
            <a:ext cx="4581525" cy="4365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5484014" y="436841"/>
            <a:ext cx="1225296" cy="246888"/>
          </a:xfrm>
          <a:prstGeom prst="rect">
            <a:avLst/>
          </a:prstGeom>
          <a:solidFill>
            <a:schemeClr val="accent6"/>
          </a:solidFill>
        </p:spPr>
        <p:txBody>
          <a:bodyPr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492625" y="825393"/>
            <a:ext cx="3206750" cy="5667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3"/>
          </p:nvPr>
        </p:nvSpPr>
        <p:spPr>
          <a:xfrm>
            <a:off x="4492625" y="1912938"/>
            <a:ext cx="3206750" cy="20383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en-US" noProof="0"/>
          </a:p>
        </p:txBody>
      </p:sp>
    </p:spTree>
  </p:cSld>
  <p:clrMapOvr>
    <a:masterClrMapping/>
  </p:clrMapOvr>
  <p:transition spd="slow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914400" y="1600200"/>
            <a:ext cx="3200400" cy="21558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4495798" y="1600196"/>
            <a:ext cx="3200400" cy="21558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8077199" y="1600193"/>
            <a:ext cx="3200400" cy="21558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pPr lvl="0"/>
            <a:endParaRPr lang="en-US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0F1">
            <a:alpha val="2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03580" y="622935"/>
            <a:ext cx="10992485" cy="140716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zh-CN" sz="3600" b="1" dirty="0">
                <a:solidFill>
                  <a:srgbClr val="B27D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申报题目：“趣味刷题小站”：基于知识边界锚定与引导式学习的AI个性化自适应刷题示范项目</a:t>
            </a:r>
            <a:endParaRPr lang="zh-CN" sz="3600" b="1" dirty="0">
              <a:solidFill>
                <a:srgbClr val="B27D4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endParaRPr lang="zh-CN" altLang="en-US" sz="3600" b="1" dirty="0">
              <a:solidFill>
                <a:srgbClr val="B27D4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66140" y="2724785"/>
            <a:ext cx="10690860" cy="2680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负责人：</a:t>
            </a: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张敬琳</a:t>
            </a: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组员：王晓娟，郑虎，徐锦凡</a:t>
            </a: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831465" y="1080770"/>
            <a:ext cx="7162800" cy="50558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latinLnBrk="0">
              <a:lnSpc>
                <a:spcPct val="150000"/>
              </a:lnSpc>
            </a:pPr>
            <a:r>
              <a: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</a:rPr>
              <a:t>赛道</a:t>
            </a:r>
            <a:r>
              <a:rPr lang="en-US" altLang="zh-CN" sz="36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360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</a:rPr>
              <a:t>生成（</a:t>
            </a:r>
            <a:r>
              <a:rPr lang="en-US" altLang="zh-CN" sz="3600">
                <a:latin typeface="微软雅黑" panose="020B0503020204020204" pitchFamily="34" charset="-122"/>
                <a:ea typeface="微软雅黑" panose="020B0503020204020204" pitchFamily="34" charset="-122"/>
              </a:rPr>
              <a:t>PPT/</a:t>
            </a:r>
            <a:r>
              <a: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</a:rPr>
              <a:t>课件）</a:t>
            </a:r>
            <a:endParaRPr lang="zh-CN" altLang="en-US" sz="36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latinLnBrk="0">
              <a:lnSpc>
                <a:spcPct val="150000"/>
              </a:lnSpc>
            </a:pPr>
            <a:r>
              <a: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</a:rPr>
              <a:t>赛道</a:t>
            </a:r>
            <a:r>
              <a:rPr lang="en-US" altLang="zh-CN" sz="36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</a:rPr>
              <a:t>：对话式</a:t>
            </a:r>
            <a:r>
              <a:rPr lang="en-US" altLang="zh-CN" sz="360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</a:rPr>
              <a:t>（虚拟老师）</a:t>
            </a:r>
            <a:endParaRPr lang="zh-CN" altLang="en-US" sz="36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latinLnBrk="0">
              <a:lnSpc>
                <a:spcPct val="150000"/>
              </a:lnSpc>
            </a:pPr>
            <a:r>
              <a: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</a:rPr>
              <a:t>赛道</a:t>
            </a:r>
            <a:r>
              <a:rPr lang="en-US" altLang="zh-CN" sz="36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</a:rPr>
              <a:t>：批改分析（</a:t>
            </a:r>
            <a:r>
              <a: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</a:rPr>
              <a:t>改作业）</a:t>
            </a:r>
            <a:endParaRPr lang="zh-CN" altLang="en-US" sz="36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latinLnBrk="0">
              <a:lnSpc>
                <a:spcPct val="150000"/>
              </a:lnSpc>
            </a:pPr>
            <a:r>
              <a: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</a:rPr>
              <a:t>赛道</a:t>
            </a:r>
            <a:r>
              <a:rPr lang="en-US" altLang="zh-CN" sz="360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</a:rPr>
              <a:t>：仿真动画（可视化）</a:t>
            </a:r>
            <a:endParaRPr lang="zh-CN" altLang="en-US" sz="36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latinLnBrk="0">
              <a:lnSpc>
                <a:spcPct val="150000"/>
              </a:lnSpc>
            </a:pPr>
            <a:r>
              <a: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赛道</a:t>
            </a:r>
            <a:r>
              <a:rPr lang="en-US" altLang="zh-CN" sz="3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</a:t>
            </a:r>
            <a:r>
              <a: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：课堂探索</a:t>
            </a:r>
            <a:r>
              <a:rPr lang="en-US" altLang="zh-CN" sz="3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endParaRPr lang="zh-CN" altLang="en-US" sz="36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latinLnBrk="0">
              <a:lnSpc>
                <a:spcPct val="150000"/>
              </a:lnSpc>
            </a:pPr>
            <a:r>
              <a: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赛道</a:t>
            </a:r>
            <a:r>
              <a:rPr lang="en-US" altLang="zh-CN" sz="3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</a:t>
            </a:r>
            <a:r>
              <a: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：刷题</a:t>
            </a:r>
            <a:r>
              <a:rPr lang="en-US" altLang="zh-CN" sz="3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--- </a:t>
            </a:r>
            <a:r>
              <a: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面向</a:t>
            </a:r>
            <a:r>
              <a: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学生</a:t>
            </a:r>
            <a:endParaRPr lang="zh-CN" altLang="en-US" sz="36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09625" y="276225"/>
            <a:ext cx="509714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AI</a:t>
            </a:r>
            <a:r>
              <a:rPr lang="zh-CN" altLang="en-US" sz="32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赋能教学：</a:t>
            </a:r>
            <a:r>
              <a:rPr lang="en-US" altLang="zh-CN" sz="32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</a:t>
            </a:r>
            <a:r>
              <a:rPr lang="zh-CN" altLang="en-US" sz="32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大核心赛道</a:t>
            </a:r>
            <a:endParaRPr lang="zh-CN" altLang="en-US" sz="32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250" y="0"/>
            <a:ext cx="4095750" cy="8959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866140" y="577215"/>
            <a:ext cx="10690860" cy="5808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核心理念：最低成本</a:t>
            </a:r>
            <a:r>
              <a:rPr lang="en-US" altLang="zh-CN" sz="2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</a:t>
            </a: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最快落地</a:t>
            </a:r>
            <a:r>
              <a:rPr lang="en-US" altLang="zh-CN" sz="2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</a:t>
            </a: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长期使用</a:t>
            </a: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预期成果与推广价值：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刷题小站，1套20-30分钟教学视频，3个完整课堂实践案例，不少于 2000 字项目总结报告</a:t>
            </a:r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低成本个性化学习系统（</a:t>
            </a:r>
            <a:r>
              <a:rPr lang="en-US" altLang="zh-CN" sz="2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 only where necessary</a:t>
            </a: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设计原则：最小化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调用，仅用于高价值决策环节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(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从依赖调用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API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➡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减少调用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API)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作用：生成题目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题目难度分数，能力建模、错因分析、学习引导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核心优势：避免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全流程依赖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AI”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的高成本与不稳定问题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tags/tag1.xml><?xml version="1.0" encoding="utf-8"?>
<p:tagLst xmlns:p="http://schemas.openxmlformats.org/presentationml/2006/main">
  <p:tag name="COMMONDATA" val="eyJoZGlkIjoiNGQzZmM1ZWQzNDFiZjc3NjdjYzlmMjRiODA0MTVlOTcifQ=="/>
</p:tagLst>
</file>

<file path=ppt/theme/theme1.xml><?xml version="1.0" encoding="utf-8"?>
<a:theme xmlns:a="http://schemas.openxmlformats.org/drawingml/2006/main" name="Office Theme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367</Words>
  <Application>WPS 演示</Application>
  <PresentationFormat>宽屏</PresentationFormat>
  <Paragraphs>31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7" baseType="lpstr">
      <vt:lpstr>Arial</vt:lpstr>
      <vt:lpstr>宋体</vt:lpstr>
      <vt:lpstr>Wingdings</vt:lpstr>
      <vt:lpstr>Calibri</vt:lpstr>
      <vt:lpstr>Calibri Light</vt:lpstr>
      <vt:lpstr>微软雅黑</vt:lpstr>
      <vt:lpstr>GeosansLight</vt:lpstr>
      <vt:lpstr>Segoe Print</vt:lpstr>
      <vt:lpstr>Open Sans</vt:lpstr>
      <vt:lpstr>Yu Gothic UI Semibold</vt:lpstr>
      <vt:lpstr>FontAwesome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椎名结花</dc:creator>
  <cp:keywords>www.tukuppt.com</cp:keywords>
  <cp:lastModifiedBy>茗</cp:lastModifiedBy>
  <cp:revision>731</cp:revision>
  <dcterms:created xsi:type="dcterms:W3CDTF">2014-10-22T04:24:00Z</dcterms:created>
  <dcterms:modified xsi:type="dcterms:W3CDTF">2026-03-19T02:22:13Z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1937920809974F7FBBA8A710B8737219_12</vt:lpwstr>
  </property>
  <property fmtid="{D5CDD505-2E9C-101B-9397-08002B2CF9AE}" pid="3" name="KSOProductBuildVer">
    <vt:lpwstr>2052-12.1.0.25225</vt:lpwstr>
  </property>
</Properties>
</file>